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65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4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2.jpe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0561" y="921784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lang="en-US" b="1" i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1490661" y="3074939"/>
            <a:ext cx="861060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STUDENT NAME: </a:t>
            </a:r>
            <a:r>
              <a:rPr lang="en-GB" sz="2400"/>
              <a:t>S.KAVYA</a:t>
            </a:r>
          </a:p>
          <a:p>
            <a:r>
              <a:rPr lang="en-US" sz="2400"/>
              <a:t>REGISTER NO AND NMID: </a:t>
            </a:r>
            <a:r>
              <a:rPr lang="en-GB" sz="2400"/>
              <a:t>astvu20920924u09086</a:t>
            </a:r>
          </a:p>
          <a:p>
            <a:r>
              <a:rPr lang="en-US" sz="2400"/>
              <a:t>DEPARTMENT: </a:t>
            </a:r>
            <a:r>
              <a:rPr lang="en-GB" sz="2400"/>
              <a:t>BCA</a:t>
            </a:r>
            <a:endParaRPr lang="en-US" sz="2400"/>
          </a:p>
          <a:p>
            <a:r>
              <a:rPr lang="en-US" sz="2400"/>
              <a:t>COLLEGE: COLLEGE/ UNIVERSITY</a:t>
            </a:r>
            <a:r>
              <a:rPr lang="en-GB" sz="2400"/>
              <a:t>:SHANMUGA INDUSTRIES ARTS</a:t>
            </a:r>
          </a:p>
          <a:p>
            <a:r>
              <a:rPr lang="en-GB" sz="2400"/>
              <a:t>                                                             AND SCIENCE COLLEGE/</a:t>
            </a:r>
          </a:p>
          <a:p>
            <a:r>
              <a:rPr lang="en-GB" sz="2400"/>
              <a:t>                                                             THIRUVALLUR UNIVERSITY .</a:t>
            </a:r>
          </a:p>
          <a:p>
            <a:r>
              <a:rPr lang="en-GB" sz="2400"/>
              <a:t>                                                                </a:t>
            </a:r>
            <a:endParaRPr lang="en-US" sz="2400"/>
          </a:p>
          <a:p>
            <a:r>
              <a:rPr lang="en-US" sz="2400"/>
              <a:t>           </a:t>
            </a:r>
            <a:endParaRPr lang="en-IN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8754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/>
              <a:t>PROJECT</a:t>
            </a:r>
            <a:r>
              <a:rPr sz="4250" spc="-85"/>
              <a:t> </a:t>
            </a:r>
            <a:r>
              <a:rPr sz="4250" spc="25"/>
              <a:t>TITLE</a:t>
            </a:r>
            <a:endParaRPr sz="425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E8870D4-78C3-0ECF-9CCD-25B1D7EB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580376"/>
            <a:ext cx="10972800" cy="861774"/>
          </a:xfrm>
        </p:spPr>
        <p:txBody>
          <a:bodyPr/>
          <a:lstStyle/>
          <a:p>
            <a:r>
              <a:rPr lang="en-GB" sz="2800"/>
              <a:t>Digital portfolio for computer teachers using html,css and </a:t>
            </a:r>
          </a:p>
          <a:p>
            <a:r>
              <a:rPr lang="en-GB" sz="2800"/>
              <a:t>javascript.</a:t>
            </a:r>
            <a:endParaRPr lang="en-US" sz="280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/>
              <a:t>A</a:t>
            </a:r>
            <a:r>
              <a:rPr spc="-5"/>
              <a:t>G</a:t>
            </a:r>
            <a:r>
              <a:rPr spc="-35"/>
              <a:t>E</a:t>
            </a:r>
            <a:r>
              <a:rPr spc="15"/>
              <a:t>N</a:t>
            </a:r>
            <a:r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/>
              <a:t>P</a:t>
            </a:r>
            <a:r>
              <a:rPr sz="4250" spc="15"/>
              <a:t>ROB</a:t>
            </a:r>
            <a:r>
              <a:rPr sz="4250" spc="55"/>
              <a:t>L</a:t>
            </a:r>
            <a:r>
              <a:rPr sz="4250" spc="-20"/>
              <a:t>E</a:t>
            </a:r>
            <a:r>
              <a:rPr sz="4250" spc="20"/>
              <a:t>M</a:t>
            </a:r>
            <a:r>
              <a:rPr sz="4250"/>
              <a:t>	</a:t>
            </a:r>
            <a:r>
              <a:rPr sz="4250" spc="10"/>
              <a:t>S</a:t>
            </a:r>
            <a:r>
              <a:rPr sz="4250" spc="-370"/>
              <a:t>T</a:t>
            </a:r>
            <a:r>
              <a:rPr sz="4250" spc="-375"/>
              <a:t>A</a:t>
            </a:r>
            <a:r>
              <a:rPr sz="4250" spc="15"/>
              <a:t>T</a:t>
            </a:r>
            <a:r>
              <a:rPr sz="4250" spc="-10"/>
              <a:t>E</a:t>
            </a:r>
            <a:r>
              <a:rPr sz="4250" spc="-20"/>
              <a:t>ME</a:t>
            </a:r>
            <a:r>
              <a:rPr sz="4250" spc="10"/>
              <a:t>NT</a:t>
            </a:r>
            <a:endParaRPr sz="425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625FF8-5991-80A5-2F72-8D6ACA608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86232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/>
              <a:t>Many students struggle to understand computer concepts without practical exposure.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/>
              <a:t>Traditional teaching methods often fail to keep learners engaged.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/>
              <a:t>There is a need for digital and interactive approaches to make computer education more effective.</a:t>
            </a:r>
          </a:p>
          <a:p>
            <a:endParaRPr lang="en-GB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/>
              <a:t>PROJECT	</a:t>
            </a:r>
            <a:r>
              <a:rPr sz="4250" spc="-20"/>
              <a:t>OVERVIEW</a:t>
            </a:r>
            <a:endParaRPr sz="425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4568F2-A69C-236A-06A8-C9FF950BD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17800"/>
            <a:ext cx="10972800" cy="2862322"/>
          </a:xfrm>
        </p:spPr>
        <p:txBody>
          <a:bodyPr/>
          <a:lstStyle/>
          <a:p>
            <a:endParaRPr 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/>
              <a:t>This project is a </a:t>
            </a:r>
            <a:r>
              <a:rPr lang="en-GB" sz="2800" b="1"/>
              <a:t>digital portfolio for computer teaching</a:t>
            </a:r>
            <a:r>
              <a:rPr lang="en-GB" sz="2800"/>
              <a:t>, built with HTML, CSS, and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/>
              <a:t>It highlights teaching skills, projects, and achievements with an interactive and stylish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/>
              <a:t>The portfolio serves as a professional platform to share expertise and connect with students.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/>
              <a:t>W</a:t>
            </a:r>
            <a:r>
              <a:rPr sz="3200" spc="-20"/>
              <a:t>H</a:t>
            </a:r>
            <a:r>
              <a:rPr sz="3200" spc="20"/>
              <a:t>O</a:t>
            </a:r>
            <a:r>
              <a:rPr sz="3200" spc="-235"/>
              <a:t> </a:t>
            </a:r>
            <a:r>
              <a:rPr sz="3200" spc="-10"/>
              <a:t>AR</a:t>
            </a:r>
            <a:r>
              <a:rPr sz="3200" spc="15"/>
              <a:t>E</a:t>
            </a:r>
            <a:r>
              <a:rPr sz="3200" spc="-35"/>
              <a:t> </a:t>
            </a:r>
            <a:r>
              <a:rPr sz="3200" spc="-10"/>
              <a:t>T</a:t>
            </a:r>
            <a:r>
              <a:rPr sz="3200" spc="-15"/>
              <a:t>H</a:t>
            </a:r>
            <a:r>
              <a:rPr sz="3200" spc="15"/>
              <a:t>E</a:t>
            </a:r>
            <a:r>
              <a:rPr sz="3200" spc="-35"/>
              <a:t> </a:t>
            </a:r>
            <a:r>
              <a:rPr sz="3200" spc="-20"/>
              <a:t>E</a:t>
            </a:r>
            <a:r>
              <a:rPr sz="3200" spc="30"/>
              <a:t>N</a:t>
            </a:r>
            <a:r>
              <a:rPr sz="3200" spc="15"/>
              <a:t>D</a:t>
            </a:r>
            <a:r>
              <a:rPr sz="3200" spc="-45"/>
              <a:t> </a:t>
            </a:r>
            <a:r>
              <a:rPr sz="3200"/>
              <a:t>U</a:t>
            </a:r>
            <a:r>
              <a:rPr sz="3200" spc="10"/>
              <a:t>S</a:t>
            </a:r>
            <a:r>
              <a:rPr sz="3200" spc="-25"/>
              <a:t>E</a:t>
            </a:r>
            <a:r>
              <a:rPr sz="3200" spc="-10"/>
              <a:t>R</a:t>
            </a:r>
            <a:r>
              <a:rPr sz="3200" spc="5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D5AD8-B47E-7E89-E3B5-DA6F3095E97A}"/>
              </a:ext>
            </a:extLst>
          </p:cNvPr>
          <p:cNvSpPr txBox="1"/>
          <p:nvPr/>
        </p:nvSpPr>
        <p:spPr>
          <a:xfrm>
            <a:off x="902494" y="1409952"/>
            <a:ext cx="845141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2800"/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The portfolio is designed for students seeking guidance in computer education.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It also serves schools, colleges, and training centers evaluating teaching expertise.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Recruiters and employers can use it to assess skills and professional background.</a:t>
            </a:r>
          </a:p>
          <a:p>
            <a:pPr>
              <a:buNone/>
            </a:pPr>
            <a:br>
              <a:rPr lang="en-GB" sz="2800"/>
            </a:br>
            <a:endParaRPr lang="en-GB" sz="2800"/>
          </a:p>
          <a:p>
            <a:pPr>
              <a:buNone/>
            </a:pPr>
            <a:endParaRPr lang="en-GB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/>
              <a:t>TOOLS AND TECHNIQUES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7C4DC-D9A8-1CC4-A3FE-C0C895394CAC}"/>
              </a:ext>
            </a:extLst>
          </p:cNvPr>
          <p:cNvSpPr txBox="1"/>
          <p:nvPr/>
        </p:nvSpPr>
        <p:spPr>
          <a:xfrm>
            <a:off x="3042046" y="1305341"/>
            <a:ext cx="818754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2800"/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Developed using HTML, CSS, and JavaScript for structure, styling, and interactivity.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Applied modern web design practices like responsive layout, animations, and custom themes.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Utilized VS Code and browser debugging tools for coding, testing, and deployment.</a:t>
            </a:r>
          </a:p>
          <a:p>
            <a:pPr>
              <a:buNone/>
            </a:pPr>
            <a:br>
              <a:rPr lang="en-GB"/>
            </a:br>
            <a:endParaRPr lang="en-GB"/>
          </a:p>
          <a:p>
            <a:pPr>
              <a:buNone/>
            </a:pP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>
                <a:latin typeface="Trebuchet MS"/>
                <a:cs typeface="Trebuchet MS"/>
              </a:rPr>
              <a:t>POTFOLIO DESIGN AND LAYOUT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99235-4CAC-54E1-9801-BFD483789058}"/>
              </a:ext>
            </a:extLst>
          </p:cNvPr>
          <p:cNvSpPr txBox="1"/>
          <p:nvPr/>
        </p:nvSpPr>
        <p:spPr>
          <a:xfrm>
            <a:off x="898922" y="1284411"/>
            <a:ext cx="879475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2800"/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Built with a modern, black-themed layout for a professional and elegant look.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Organized into sections: About, Skills, Projects, and Contact for easy navigation.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Enhanced with interactive elements and visuals to engage visitors effectively.</a:t>
            </a:r>
          </a:p>
          <a:p>
            <a:pPr>
              <a:buNone/>
            </a:pPr>
            <a:br>
              <a:rPr lang="en-GB" sz="2800"/>
            </a:b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FEATURES AND FUNCTIONALITY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F0543-C6C6-C54B-0369-690AF2EA1E30}"/>
              </a:ext>
            </a:extLst>
          </p:cNvPr>
          <p:cNvSpPr txBox="1"/>
          <p:nvPr/>
        </p:nvSpPr>
        <p:spPr>
          <a:xfrm>
            <a:off x="755332" y="1143634"/>
            <a:ext cx="8263652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2800"/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Showcases teaching skills, projects, and achievements in a structured format.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Includes interactive skill bars, contact form, and WhatsApp integration for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/>
              <a:t>Provides a responsive design that works smoothly across devices.</a:t>
            </a:r>
          </a:p>
          <a:p>
            <a:pPr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/>
              <a:t>RESULTS AND SCREENSHOTS</a:t>
            </a:r>
            <a:endParaRPr sz="425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8A07D76-EDB6-8B7E-F92A-29858A708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575414"/>
            <a:ext cx="10972800" cy="8617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/>
              <a:t>Screenshots of each section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/>
              <a:t>Before Vs after (HTML-&gt;with CSS and JAVASCRIPT)</a:t>
            </a:r>
            <a:endParaRPr lang="en-US" sz="2800" b="1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427266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7234CC-DB17-651D-1BF0-7DA5581CC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237" y="3041154"/>
            <a:ext cx="3746626" cy="3195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BDC67E-3338-BB36-98D0-A469971B9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937" y="3289040"/>
            <a:ext cx="3167633" cy="26823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/>
              <a:t>CONCLUSION</a:t>
            </a:r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4C69C-1A25-8156-6B74-2A1E92088CA9}"/>
              </a:ext>
            </a:extLst>
          </p:cNvPr>
          <p:cNvSpPr txBox="1"/>
          <p:nvPr/>
        </p:nvSpPr>
        <p:spPr>
          <a:xfrm>
            <a:off x="902494" y="1555754"/>
            <a:ext cx="85376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/>
              <a:t>The Digital Portfolio Program helps</a:t>
            </a:r>
            <a:r>
              <a:rPr lang="en-GB" sz="2800" b="1"/>
              <a:t> </a:t>
            </a:r>
            <a:r>
              <a:rPr lang="en-US" sz="2800" b="1"/>
              <a:t>users showcase their skills and projects easily.</a:t>
            </a:r>
            <a:endParaRPr lang="en-GB" sz="2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/>
              <a:t>It improves career opportunities by providing a professional digital 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  </dc:title>
  <dc:creator>Konduru Narasimha</dc:creator>
  <cp:lastModifiedBy>kavya87382@gmail.com</cp:lastModifiedBy>
  <cp:revision>2</cp:revision>
  <dcterms:created xsi:type="dcterms:W3CDTF">2024-03-29T15:07:22Z</dcterms:created>
  <dcterms:modified xsi:type="dcterms:W3CDTF">2025-09-15T05:43:14Z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